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658368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PRODUCT LAUNCH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9875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Meet the workspace that keeps the whole team in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 coordinated launch plan for the next chapter of Plot Docs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C93A8"/>
                </a:solidFill>
                <a:latin typeface="Calibri"/>
              </a:rPr>
              <a:t>PLOT DOCS SUITE  /  TEMPLATE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0533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The launch moment is a category shift, not a feature drop.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Teams are ready to replace five disconnected tools with one calm workspace.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77639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18795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Calibri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4988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Reach 250k knowledge workers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3977639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1" y="418795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Calibri"/>
              </a:rP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1" y="44988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10k teams start a first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977639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8795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  <a:latin typeface="Calibri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988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25% upgrade within 90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Everything a team needs, in one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6492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•  </a:t>
            </a:r>
            <a:r>
              <a:rPr sz="1600">
                <a:solidFill>
                  <a:srgbClr val="D7DDF0"/>
                </a:solidFill>
                <a:latin typeface="Calibri"/>
              </a:rPr>
              <a:t>Docs, sheets, slides, PDF and the web: no format left behind.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•  </a:t>
            </a:r>
            <a:r>
              <a:rPr sz="1600">
                <a:solidFill>
                  <a:srgbClr val="D7DDF0"/>
                </a:solidFill>
                <a:latin typeface="Calibri"/>
              </a:rPr>
              <a:t>In-file AI that can draft, review and edit the actual work.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•  </a:t>
            </a:r>
            <a:r>
              <a:rPr sz="1600">
                <a:solidFill>
                  <a:srgbClr val="D7DDF0"/>
                </a:solidFill>
                <a:latin typeface="Calibri"/>
              </a:rPr>
              <a:t>A template gallery for the moments that matter.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•  </a:t>
            </a:r>
            <a:r>
              <a:rPr sz="1600">
                <a:solidFill>
                  <a:srgbClr val="D7DDF0"/>
                </a:solidFill>
                <a:latin typeface="Calibri"/>
              </a:rPr>
              <a:t>Local-first files with cloud collaboration when you want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148840"/>
            <a:ext cx="3886200" cy="3337560"/>
          </a:xfrm>
          <a:prstGeom prst="roundRect">
            <a:avLst>
              <a:gd name="adj" fmla="val 6000"/>
            </a:avLst>
          </a:prstGeom>
          <a:solidFill>
            <a:srgbClr val="111B36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One calm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97180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8D0"/>
                </a:solidFill>
                <a:latin typeface="Calibri"/>
              </a:rPr>
              <a:t>A midnight canvas, violet accents and just enough structure to keep the work moving.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A launch that compounds after week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86000"/>
            <a:ext cx="54864" cy="2148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42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10128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Founder-led demos and a template challenge for operators.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2860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2286000"/>
            <a:ext cx="54864" cy="2148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542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8986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310128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Co-marketing with five agencies and fractional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2860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151B33"/>
          </a:solidFill>
          <a:ln w="12700">
            <a:solidFill>
              <a:srgbClr val="27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286000"/>
            <a:ext cx="54864" cy="2148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542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89864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3310128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EB8D0"/>
                </a:solidFill>
                <a:latin typeface="Calibri"/>
              </a:rPr>
              <a:t>A free template library that becomes the top of the funnel.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22D3EE"/>
                </a:solidFill>
                <a:latin typeface="Calibri"/>
              </a:rPr>
              <a:t>Every touchpoint ends in a file the customer can keep.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93A8"/>
                </a:solidFill>
                <a:latin typeface="Calibri"/>
              </a:rPr>
              <a:t>PLOT DOCS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2D3EE"/>
                </a:solidFill>
                <a:latin typeface="Calibr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C93A8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Six weeks from prep to compounding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8D0"/>
                </a:solidFill>
                <a:latin typeface="Calibri"/>
              </a:rPr>
              <a:t>Assets, docs, partner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160520"/>
            <a:ext cx="233172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160520"/>
            <a:ext cx="58293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88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8D0"/>
                </a:solidFill>
                <a:latin typeface="Calibri"/>
              </a:rPr>
              <a:t>Community preview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160520"/>
            <a:ext cx="233172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4160520"/>
            <a:ext cx="116586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2788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8D0"/>
                </a:solidFill>
                <a:latin typeface="Calibri"/>
              </a:rPr>
              <a:t>Product Hunt, press,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4160520"/>
            <a:ext cx="233172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4160520"/>
            <a:ext cx="1748789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WEEK 4–6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788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Compound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8D0"/>
                </a:solidFill>
                <a:latin typeface="Calibri"/>
              </a:rPr>
              <a:t>Templates, referrals, webinars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4" y="4160520"/>
            <a:ext cx="2331720" cy="36576"/>
          </a:xfrm>
          <a:prstGeom prst="rect">
            <a:avLst/>
          </a:prstGeom>
          <a:solidFill>
            <a:srgbClr val="27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0264" y="4160520"/>
            <a:ext cx="233172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8348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Launch is not the finish line. The library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
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58368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SEED ROUND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98755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The operating system for modern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60520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Northstar turns scattered work into one calm, AI-native workspace.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C93A8"/>
                </a:solidFill>
                <a:latin typeface="Calibri"/>
              </a:rPr>
              <a:t>PLOT DOCS  /  TEMPLATE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0533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Teams do not need more tabs. They need one place where work moves.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2316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423160"/>
            <a:ext cx="54864" cy="2331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791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3580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Fragmented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47288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Five tools, three inboxes and a weekly meeting just to find the latest 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242316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2423160"/>
            <a:ext cx="54864" cy="2331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26791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03580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447288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Context switching costs each person nearly an hour a 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42316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2423160"/>
            <a:ext cx="54864" cy="2331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26791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303580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Opaque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3" y="3447288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Leaders cannot see where work is stuck until the deadline is already close.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2578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22D3EE"/>
                </a:solidFill>
                <a:latin typeface="Calibri"/>
              </a:rPr>
              <a:t>The cost is not software. It is momentum.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One workspace. Every format. AI that knows the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5120640" cy="3246120"/>
          </a:xfrm>
          <a:prstGeom prst="roundRect">
            <a:avLst>
              <a:gd name="adj" fmla="val 6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Plot Docs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4389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•  </a:t>
            </a:r>
            <a:r>
              <a:rPr sz="1300">
                <a:solidFill>
                  <a:srgbClr val="D7DDF0"/>
                </a:solidFill>
                <a:latin typeface="Calibri"/>
              </a:rPr>
              <a:t>Docs, sheets, slides, PDF and the web in one window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•  </a:t>
            </a:r>
            <a:r>
              <a:rPr sz="1300">
                <a:solidFill>
                  <a:srgbClr val="D7DDF0"/>
                </a:solidFill>
                <a:latin typeface="Calibri"/>
              </a:rPr>
              <a:t>AI drafting and review inside the file, not beside it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•  </a:t>
            </a:r>
            <a:r>
              <a:rPr sz="1300">
                <a:solidFill>
                  <a:srgbClr val="D7DDF0"/>
                </a:solidFill>
                <a:latin typeface="Calibri"/>
              </a:rPr>
              <a:t>Local-first files with cloud when you want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286000"/>
            <a:ext cx="5458968" cy="3246120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5786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What changes for a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310896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•  </a:t>
            </a:r>
            <a:r>
              <a:rPr sz="1300">
                <a:solidFill>
                  <a:srgbClr val="D7DDF0"/>
                </a:solidFill>
                <a:latin typeface="Calibri"/>
              </a:rPr>
              <a:t>A draft starts from a template, not a blank page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•  </a:t>
            </a:r>
            <a:r>
              <a:rPr sz="1300">
                <a:solidFill>
                  <a:srgbClr val="D7DDF0"/>
                </a:solidFill>
                <a:latin typeface="Calibri"/>
              </a:rPr>
              <a:t>The assistant can edit the actual document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•  </a:t>
            </a:r>
            <a:r>
              <a:rPr sz="1300">
                <a:solidFill>
                  <a:srgbClr val="D7DDF0"/>
                </a:solidFill>
                <a:latin typeface="Calibri"/>
              </a:rPr>
              <a:t>Every decision keeps its source and owner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A large, durable shift from suites to AI-native workspaces.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22D3EE"/>
                </a:solidFill>
                <a:latin typeface="Georgia"/>
              </a:rPr>
              <a:t>$84B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0156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8D0"/>
                </a:solidFill>
                <a:latin typeface="Calibri"/>
              </a:rPr>
              <a:t>productivity software market by 2029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33172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8B5CF6"/>
                </a:solidFill>
                <a:latin typeface="Georgia"/>
              </a:rPr>
              <a:t>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3401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8D0"/>
                </a:solidFill>
                <a:latin typeface="Calibri"/>
              </a:rPr>
              <a:t>annual growth in AI-assisted knowledge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3317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34D399"/>
                </a:solidFill>
                <a:latin typeface="Georgia"/>
              </a:rPr>
              <a:t>3×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3401568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8D0"/>
                </a:solidFill>
                <a:latin typeface="Calibri"/>
              </a:rPr>
              <a:t>faster first draft with in-file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749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Our beachhead: 20–200 person teams that live in documents and decks.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The first cohort is already moving faster.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68880"/>
            <a:ext cx="2487168" cy="2103120"/>
          </a:xfrm>
          <a:prstGeom prst="roundRect">
            <a:avLst>
              <a:gd name="adj" fmla="val 6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22D3EE"/>
                </a:solidFill>
                <a:latin typeface="Georgia"/>
              </a:rPr>
              <a:t>1,240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weekly active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487168" cy="2103120"/>
          </a:xfrm>
          <a:prstGeom prst="roundRect">
            <a:avLst>
              <a:gd name="adj" fmla="val 6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2761488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22D3EE"/>
                </a:solidFill>
                <a:latin typeface="Georgia"/>
              </a:rPr>
              <a:t>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36576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week-four retention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2468880"/>
            <a:ext cx="2487168" cy="2103120"/>
          </a:xfrm>
          <a:prstGeom prst="roundRect">
            <a:avLst>
              <a:gd name="adj" fmla="val 6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3" y="2761488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22D3EE"/>
                </a:solidFill>
                <a:latin typeface="Georgia"/>
              </a:rPr>
              <a:t>4.8/5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3" y="36576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average customer 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2468880"/>
            <a:ext cx="2487168" cy="2103120"/>
          </a:xfrm>
          <a:prstGeom prst="roundRect">
            <a:avLst>
              <a:gd name="adj" fmla="val 6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2761488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22D3EE"/>
                </a:solidFill>
                <a:latin typeface="Georgia"/>
              </a:rPr>
              <a:t>112%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36576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net revenue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120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Fastest-growing segments: product, design and professional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Raising $6M to make Plot Docs the default workspace for 10,000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22D3EE"/>
                </a:solidFill>
                <a:latin typeface="Georgia"/>
              </a:rPr>
              <a:t>$6M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8D0"/>
                </a:solidFill>
                <a:latin typeface="Calibri"/>
              </a:rPr>
              <a:t>18-month runway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21408"/>
            <a:ext cx="4572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•  </a:t>
            </a:r>
            <a:r>
              <a:rPr sz="1500">
                <a:solidFill>
                  <a:srgbClr val="D7DDF0"/>
                </a:solidFill>
                <a:latin typeface="Calibri"/>
              </a:rPr>
              <a:t>45% product and AI engineering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•  </a:t>
            </a:r>
            <a:r>
              <a:rPr sz="1500">
                <a:solidFill>
                  <a:srgbClr val="D7DDF0"/>
                </a:solidFill>
                <a:latin typeface="Calibri"/>
              </a:rPr>
              <a:t>30% go-to-market and partnerships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•  </a:t>
            </a:r>
            <a:r>
              <a:rPr sz="1500">
                <a:solidFill>
                  <a:srgbClr val="D7DDF0"/>
                </a:solidFill>
                <a:latin typeface="Calibri"/>
              </a:rPr>
              <a:t>25% trust, security and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24028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9488" y="2468880"/>
            <a:ext cx="16916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Let's build
the calm default.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9488" y="4754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hello@plotxyz.ai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